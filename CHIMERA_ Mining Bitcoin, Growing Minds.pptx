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8288000" cy="10287000"/>
  <p:notesSz cx="10287000" cy="1828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231c9-6082-8ab5-8000-0000203d30a7.png?kimi-sig=HJ8VPQgjLxwuUyf4qhcpja3NqA4kmILKChPbAvS8JT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231f1-3832-83f5-8000-0000fa53ac46.png?kimi-sig=QGc9HW0PI5zuSewMph85PYP811KbbYilXL2AMojWXK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231d4-c5a2-8cd3-8000-0000eeb2dd21.png?kimi-sig=FqYAcpY8NivEecKRq5UzJIj15eEV6cpNPrhjKQ7kxY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231e8-e022-89e4-8000-0000aea545c7.png?kimi-sig=Fo5z6yKd2OPQvi3tthD2E2ky-NulnagaZvHfe18uIO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231d3-71d2-880f-8000-00007bef786a.png?kimi-sig=ZIB8zzQcxHe4-89KcYAFk8vI4oF5E_NmrDqLoS1f-7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231d7-0d72-8425-8000-0000bcf0f46e.png?kimi-sig=hm_V0fZftDd_J7DKjTsW9v2xDO-d3S0KBTW2gRQcuF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231fc-d7d2-8428-8000-0000bf1aea41.png?kimi-sig=lsZP8lNdch_9nXYPIcgff7TOTHHn9T5qdKHsoMJVDa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231fe-35e2-8292-8000-0000022fdd39.png?kimi-sig=ANZQde_pF4wqz-K28sc1uPq7lN_pSAIOs_tziXEDxcU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231fd-b702-841c-8000-000037daeb5c.png?kimi-sig=Bwjemmah9U6femPdoTA64O_G-5HLeR0-R0c2HrszCV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231fc-6b02-83c8-8000-00000caee3ad.png?kimi-sig=Cgu-cug0VMzb8fMcqG2Z0W9nXYPp8d4Hw2V2W2bfId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231fd-9fe2-8c14-8000-0000ad964449.png?kimi-sig=GGsPrVyff3WaRWu9hGlVWacs0TOjLIH_Urg_TSuGqJ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2320c-cf42-867d-8000-0000c35445ae.png?kimi-sig=vTEMzyCFp1JfwKa7wFVNwWkHT-ytglSNV77xJ5U2zZU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2320b-8532-83bd-8000-0000081aa50f.png?kimi-sig=2GQmzhPJ_wgnG9Mc-3YHzO0f_JY4QYF1llhSkq44ao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2320a-6112-8806-8000-000091170c79.png?kimi-sig=Mbb-1pVXdoOhDcMpyMD40b5YFTADIYfqmv3fw1PuX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23208-0182-8b5b-8000-0000ccb98978.png?kimi-sig=CB1EYDSA65559SZpHGoNBDbcolbpRa4aXjOEzi5bM5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23207-f8d2-85d4-8000-0000069b2372.png?kimi-sig=Eer13UNL0AWiCOWI67cUnf-Vh9jr4V0CXlb5vlbx8u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2321c-9432-85ac-8000-00002a9e7b29.png?kimi-sig=TtLwXDAjAT-yG5HKi8MeJC9dG_PFZvs8wPE5T56Z0z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23218-0a72-8e9a-8000-0000a6de10dc.png?kimi-sig=yxXuYwzTMNhkSF9NwwzJPpaam8r_Ip5xcg2EtZ_B6o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CHIMERA: Mining Bitcoin, Growing Minds</dc:title>
  <dc:subject>CHIMERA: Mining Bitcoin, Growing Minds</dc:subject>
  <dc:creator>Kimi</dc:creator>
  <cp:lastModifiedBy>Kimi</cp:lastModifiedBy>
  <cp:revision>1</cp:revision>
  <dcterms:created xsi:type="dcterms:W3CDTF">2025-12-15T17:50:13Z</dcterms:created>
  <dcterms:modified xsi:type="dcterms:W3CDTF">2025-12-15T17:50:13Z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{"Label":"CHIMERA: Mining Bitcoin, Growing Minds","ContentProducer":"001191110108MACG2KBH8F10000","ProduceID":"d504h9ufaja7io96grr0","ReservedCode1":"","ContentPropagator":"001191110108MACG2KBH8F20000","PropagateID":"d504h9ufaja7io96grr0","ReservedCode2":""}</vt:lpwstr>
  </property>
</Properties>
</file>